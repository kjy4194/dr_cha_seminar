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25B03-801E-40D8-8D20-A8D2FFBC9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FE52E4-73BD-4E99-A952-9CA738B1F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D7F188-BF89-42E1-ADFE-4FE0859C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8799-4FA6-4FB3-A32C-14FF1595490A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23E7C8-809B-421F-9509-E9F808717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F31396-0A32-483B-BA78-2EFE0871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48968-2C99-49D9-B152-BCBCC99D5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656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80C99D-B906-4CAC-AC27-F9051321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0C0F8F-8122-48F0-B2E8-189CF7B5C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A230E4-B9A8-490D-8A41-B9EFAF9A9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8799-4FA6-4FB3-A32C-14FF1595490A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460289-E1D6-48B9-BC3D-9208A32A8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2EF91A-FE73-4C1D-B705-6F899050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48968-2C99-49D9-B152-BCBCC99D5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62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CD1DCD-1102-446E-B9E3-B092375B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05C7DB-D349-4A47-8DCF-FFD413FC4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B1E42-3708-4F1E-A687-AE1E0AD1A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8799-4FA6-4FB3-A32C-14FF1595490A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A5D022-F916-4A09-8523-0108435D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7C9499-D2B7-4718-9DD9-7D24C7A6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48968-2C99-49D9-B152-BCBCC99D5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127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C672-8235-4506-A6D4-C88CC4527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051BB-6956-4766-90E4-DFF2E82A7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D085F9-BA8E-46DF-8D9F-985B1DDFE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A0E1D7-83C1-4CB7-981E-DFED80402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8799-4FA6-4FB3-A32C-14FF1595490A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4FB340-6A14-4D03-8350-3569AD6B6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A1C549-D465-4557-8352-5B205923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48968-2C99-49D9-B152-BCBCC99D5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937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49CE9-6BE2-4125-A1CC-DD889B931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EA59A5-54A6-463F-B7FC-7D90D855C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B50CBC-EC29-4774-9715-7C53FB690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020DD8-024E-448D-A181-2A46D252F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303BE1-DADF-4129-9490-2CBABD46F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896987-71B5-49D3-BB54-C31FD979C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8799-4FA6-4FB3-A32C-14FF1595490A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9D3E07-F4CD-4164-A27C-BD7FB0F7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4439FA-528F-49FC-B5CE-064DBDA0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48968-2C99-49D9-B152-BCBCC99D5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1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5F6C1-C67E-48EE-BC5C-E5BF706C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06394E-2A1E-4F8D-ABFF-5B3F184C9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8799-4FA6-4FB3-A32C-14FF1595490A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C979BD-C0BD-4A7D-A72F-80B317634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32C94E-D174-44BF-9D0C-DC153006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48968-2C99-49D9-B152-BCBCC99D5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489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ED810-FFEC-4A32-9DA3-08414459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8799-4FA6-4FB3-A32C-14FF1595490A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0E8CE6-B55D-4602-A45E-AD70FE494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99751E-0098-4C71-9D64-F935E347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48968-2C99-49D9-B152-BCBCC99D5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815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2981D-F123-4F04-AAB2-AFCB0FE03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712223-C741-4C14-896A-6BE21D4BF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541BE0-9AB4-4E5C-9423-650711177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BE04AD-2C2C-4AE0-B770-AB2E2AAD7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8799-4FA6-4FB3-A32C-14FF1595490A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082119-3F7C-4354-B30C-E92BA670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0AB813-9F88-4425-A5DE-F4F284166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48968-2C99-49D9-B152-BCBCC99D5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03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F0F6B-5CA0-43B1-B016-2589ACD07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25BBF7-AE6F-4736-86A6-EA8027050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04D05A-30A1-4FB5-87E4-4E17E1C41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155EFE-32D7-46D6-8C7C-43F47BB76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8799-4FA6-4FB3-A32C-14FF1595490A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6F2905-082A-46B6-A37B-F92E78950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871CD4-CF49-4633-AB53-7A9D126A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48968-2C99-49D9-B152-BCBCC99D5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40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CF1E9C-4092-436D-A717-278B98C38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BEF7C7-5ACB-445F-8AFD-343B33B37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B02D1A-A024-439B-BC1D-C0CE8829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8799-4FA6-4FB3-A32C-14FF1595490A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71F00D-4730-43E7-BA57-1AE20C50F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A110B5-78FE-4B1C-A3CE-AC3AB6647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48968-2C99-49D9-B152-BCBCC99D5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0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8124465-E5E8-4E5D-98F6-2E8C8EE069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792205-0912-4BC8-B8F9-16CD4073C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770553-4127-4395-87BF-B63FF7A9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8799-4FA6-4FB3-A32C-14FF1595490A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186E4-F552-41D0-93FC-1417DC3C6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54BA5B-33D3-42B3-AE4F-2D4A2661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48968-2C99-49D9-B152-BCBCC99D5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331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EB8838-C9B8-483A-8965-A13A3669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C07894-A092-400B-94E4-5560A6FA1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9B2674-1BB9-4CB4-8FEC-5B7695816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98799-4FA6-4FB3-A32C-14FF1595490A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45BCA2-5A69-4C04-8C37-0E8CA4C2F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C77826-1877-4442-AC99-9B3A3B681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48968-2C99-49D9-B152-BCBCC99D5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38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4BFDB-A332-4C27-A4CB-53E6EC7AF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B5A2392-CB5F-40C6-BF3B-E94F36218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417" y="813949"/>
            <a:ext cx="8621846" cy="4351338"/>
          </a:xfrm>
        </p:spPr>
      </p:pic>
    </p:spTree>
    <p:extLst>
      <p:ext uri="{BB962C8B-B14F-4D97-AF65-F5344CB8AC3E}">
        <p14:creationId xmlns:p14="http://schemas.microsoft.com/office/powerpoint/2010/main" val="171681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6B21059-6BE2-4984-8A20-3034E591B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92" y="1466178"/>
            <a:ext cx="7916380" cy="743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1F65AA-27FF-4A83-BB64-EFEB821BA56A}"/>
              </a:ext>
            </a:extLst>
          </p:cNvPr>
          <p:cNvSpPr txBox="1"/>
          <p:nvPr/>
        </p:nvSpPr>
        <p:spPr>
          <a:xfrm>
            <a:off x="1115617" y="2540808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https://github.com/kjy4194/Dr_Cha_Seminar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21FC358-3B2C-4755-B122-A5F9EC606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7" y="3241716"/>
            <a:ext cx="6849431" cy="7430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FC4FE8E-798B-4533-B968-773AE84DE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592" y="5149944"/>
            <a:ext cx="7687748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47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4E096-1A70-409C-8294-4FE8CD76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1ABD93-8CEB-4040-9F22-0D71F4C76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C8BD7A-B8B4-4138-B51C-816E901C5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5833"/>
            <a:ext cx="12192000" cy="509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7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</Words>
  <Application>Microsoft Office PowerPoint</Application>
  <PresentationFormat>와이드스크린</PresentationFormat>
  <Paragraphs>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김정엽</dc:creator>
  <cp:lastModifiedBy>김정엽</cp:lastModifiedBy>
  <cp:revision>3</cp:revision>
  <dcterms:created xsi:type="dcterms:W3CDTF">2026-01-26T22:09:45Z</dcterms:created>
  <dcterms:modified xsi:type="dcterms:W3CDTF">2026-01-26T22:40:48Z</dcterms:modified>
</cp:coreProperties>
</file>