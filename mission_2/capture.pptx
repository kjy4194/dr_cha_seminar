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DDCCB-5411-4BD5-AF69-5129205A0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BA3540-D540-48BD-873A-5EF714939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C7EC64-8AD6-41FA-A883-B4C430F7F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5FF1-3EF9-48E3-9FC1-B71FAFC6E35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27DE2-BC45-4EA5-9949-A57B4320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34035C-E300-4287-AF9C-67E55CF76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FE61A-D054-4E1D-97B7-BAE042D09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935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0FB2AA-8FAC-4810-AB8F-DFE23DA77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B6BBDD-20F0-41E2-A17E-23E8239BE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E2E628-55B9-459C-8E96-F23F3AC1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5FF1-3EF9-48E3-9FC1-B71FAFC6E35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1DE903-DF4E-4C63-8FE6-09795668B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03B0AD-8E35-4E62-93D9-5C90E9D45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FE61A-D054-4E1D-97B7-BAE042D09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921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C462A-C8C5-4BEE-98F5-B66FEEEB3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198E04-324E-4508-9259-DC51E95DE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35FB3D-09BE-4A65-B9FE-F814C15B4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5FF1-3EF9-48E3-9FC1-B71FAFC6E35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B30538-9EFA-4024-86F8-E37AC111F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FF8DEE-D180-49A5-BB96-89FC19B4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FE61A-D054-4E1D-97B7-BAE042D09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955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E6AF2-D7C5-48E7-8DDC-31E01F7B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65C471-DBBB-4CBD-81B4-60A9CD860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D02346-A3A0-4C5F-B900-BA73FA86B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D8EB51-A6D3-44A0-A967-B3CCDADFC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5FF1-3EF9-48E3-9FC1-B71FAFC6E35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4CDEE9-FBB6-4D66-B6C5-280E5E16D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18A96A-0E94-496D-9B97-BC98555E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FE61A-D054-4E1D-97B7-BAE042D09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660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287F38-B5EE-4D60-B889-001A43330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A30807-E96D-44FD-99CF-E64F10A0F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360CDE-F0DA-41CA-A24E-B9FF226E7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EF577C-9DE0-4101-B939-0CB39EB19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6CD20B-8A79-449F-B17C-EDF6B9B35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137306-488B-4AEB-BA4C-9905417BF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5FF1-3EF9-48E3-9FC1-B71FAFC6E35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04632B-BE6A-4249-821C-596A9611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AC1876-3FFF-48AE-8E3B-1ECF8A3F4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FE61A-D054-4E1D-97B7-BAE042D09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45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C2FFD-F255-4949-B6F8-3AB51F3D9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AF5ACB-37A3-4F67-A011-A1203C292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5FF1-3EF9-48E3-9FC1-B71FAFC6E35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0BE58F-CB57-43ED-8D31-CF82B070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1CA0D1-673E-464F-B412-3CF613B18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FE61A-D054-4E1D-97B7-BAE042D09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500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244003-86A2-4D7B-A513-3E0AC686C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5FF1-3EF9-48E3-9FC1-B71FAFC6E35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D06A85-35D0-460D-B63F-C21FE022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9B3D67-551C-46D1-8980-D1008170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FE61A-D054-4E1D-97B7-BAE042D09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710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8D2F4-44DA-46FA-AC0F-D9873D0F4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C4DE09-C2DF-42CB-B5A1-8661EC302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5CAA24-F2B9-457A-BA17-7F4F831AB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121AD1-1669-445A-BFEC-96D096799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5FF1-3EF9-48E3-9FC1-B71FAFC6E35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63DFF8-BAED-4859-BDA5-349BA1BF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E13545-2374-4CE6-8902-198A2F8A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FE61A-D054-4E1D-97B7-BAE042D09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486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0B096-EEA0-49C5-B7F0-99B40BC4A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8D22A4-4C88-4522-A651-9E65F26C4D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A89045-E10F-4D5B-AFFD-7ECC889A8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D37199-B83C-4241-891A-F4DA3F3F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5FF1-3EF9-48E3-9FC1-B71FAFC6E35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8EC4EB-5F1C-43D5-9AE0-71095C9F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13D206-FA9A-49E6-9729-5A7F5CD0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FE61A-D054-4E1D-97B7-BAE042D09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57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3116F-C004-4F67-8E99-5E77289B1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29EF0B-B565-4C8D-93B4-921CB1543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665522-619F-4D3B-8BF3-C197E05AC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5FF1-3EF9-48E3-9FC1-B71FAFC6E35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B4DC5E-5A69-467A-9036-8AD72907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D855A4-A437-4B0C-8188-06C9EC70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FE61A-D054-4E1D-97B7-BAE042D09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71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CF32B4-187B-4110-8270-F47DA2E72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5D0A2A-3923-4360-BCAE-3CD11AD42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9D6BB-AFF9-4B1B-A6F1-B7BEDFB9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5FF1-3EF9-48E3-9FC1-B71FAFC6E35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15F4D4-6A5C-4715-BA5C-2D62020F0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4A77DF-5505-4E03-B947-0D33DE8E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FE61A-D054-4E1D-97B7-BAE042D09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47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6FCF65-BD64-4B0C-82FB-67AD6DFB2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D60CB2-90DA-4FE5-A07F-C5C5BB70C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F80D9F-B60B-4CF6-AE3F-F2E2CC717D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C5FF1-3EF9-48E3-9FC1-B71FAFC6E35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091A0D-A5CB-4ACA-99AB-980BA878DA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BC2DDA-B170-4213-8394-18ADC06C6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FE61A-D054-4E1D-97B7-BAE042D09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7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0FC8BE-4749-468B-A55E-BE69473856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08FF29B-CE28-42A1-95F2-E84900D6ED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F4A9EE-07E3-440A-AA76-E1D824E95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283747"/>
            <a:ext cx="11041016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7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44573-24BA-4CB3-8022-AC0255917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2EC0A1-530E-4DE2-B576-DAAA83746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DF4DA0-D9BF-4086-8657-EB2C9E808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82" y="999786"/>
            <a:ext cx="9564435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24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FC9D07-3D0B-4532-9C24-DA42DEA6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D1D123-1ADA-4326-959A-A23FEA98A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27DD43-8A02-4227-80C0-2AB8C236E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737" y="0"/>
            <a:ext cx="73085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17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E5A9A53-BBCE-479F-A7AC-2F620147E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575" y="713016"/>
            <a:ext cx="5372850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75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A93A3-42FE-4EF7-A1F9-2CDA6551D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2B8CEF-7509-42BB-894A-173D7B449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27A49A-04EC-4429-B253-89187AAA8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723" y="0"/>
            <a:ext cx="81325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68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82170D-AA22-4C21-83D4-270140A0B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AA517E-D017-4873-8927-296EB516A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59" y="53438"/>
            <a:ext cx="40232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172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0</Words>
  <Application>Microsoft Office PowerPoint</Application>
  <PresentationFormat>와이드스크린</PresentationFormat>
  <Paragraphs>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김정엽</dc:creator>
  <cp:lastModifiedBy>김정엽</cp:lastModifiedBy>
  <cp:revision>4</cp:revision>
  <dcterms:created xsi:type="dcterms:W3CDTF">2026-02-18T15:04:54Z</dcterms:created>
  <dcterms:modified xsi:type="dcterms:W3CDTF">2026-02-19T01:27:38Z</dcterms:modified>
</cp:coreProperties>
</file>